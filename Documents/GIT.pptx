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803" r:id="rId2"/>
    <p:sldId id="833" r:id="rId3"/>
    <p:sldId id="824" r:id="rId4"/>
    <p:sldId id="828" r:id="rId5"/>
    <p:sldId id="805" r:id="rId6"/>
    <p:sldId id="829" r:id="rId7"/>
    <p:sldId id="832" r:id="rId8"/>
    <p:sldId id="830" r:id="rId9"/>
    <p:sldId id="8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9305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3450027" y="3646955"/>
            <a:ext cx="475013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	Invoice Genie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569910" y="2804655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87" y="909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Team members &amp; roles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006277"/>
              </p:ext>
            </p:extLst>
          </p:nvPr>
        </p:nvGraphicFramePr>
        <p:xfrm>
          <a:off x="1275503" y="784207"/>
          <a:ext cx="9107362" cy="494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3681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4553681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686482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 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675622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Trisha Srinivas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Team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675622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Vanitha B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Developer 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166784707"/>
                  </a:ext>
                </a:extLst>
              </a:tr>
              <a:tr h="675622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Thanushree 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Marketing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705087221"/>
                  </a:ext>
                </a:extLst>
              </a:tr>
              <a:tr h="686482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Uma Maheshwari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Development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686482">
                <a:tc>
                  <a:txBody>
                    <a:bodyPr/>
                    <a:lstStyle/>
                    <a:p>
                      <a:r>
                        <a:rPr lang="en-IN" dirty="0"/>
                        <a:t>Usha Rani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686482">
                <a:tc>
                  <a:txBody>
                    <a:bodyPr/>
                    <a:lstStyle/>
                    <a:p>
                      <a:r>
                        <a:rPr lang="en-IN" dirty="0"/>
                        <a:t>Susmitha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Customer Contact Lead</a:t>
                      </a:r>
                    </a:p>
                    <a:p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Modified 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C28EA-830E-81C1-7404-A72E3E5F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60" y="1595806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 fontScale="92500"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In India accountants managing MSMEs waste up to 70% of their time manually entering invoice data from messy, unstructured sources (paper bills, WhatsApp images, PDFs) into systems like Tally. No existing solution handles this real-world data chaos, leading to frequent errors and serious GST compliance risks.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Please explain to the assessors (this section is just for you to prepare – do not include this in the slide – understand and clearly talk about below)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1. Why you chose this problem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2. Pain faced by the user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3. How many users your team spoke to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4. What questions you asked &amp; their response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User/ Customer Understanding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0759-F1BE-FAAD-BBB2-2AC231645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60" y="1595806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Paste team members photos with potential customers  here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Then, show proof of your interviews – Q&amp;A </a:t>
            </a: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(Open GitHub go to documents, open this customer interview document and show the assessors)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Ideal Customer Profile (ICP)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C3445-0940-99F0-AB5E-58C8CA362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Present Ideal Customer Profile (ICP) here – both demographic and psychographic profiles.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Please prepare well as a group, what should be the ICP for your product – do not generate using AI and read it. 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Be prepared to answer difficult questions here 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Customer Persona (CP)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86C9A-5673-235A-9BD4-3F585055F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 lnSpcReduction="10000"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Take one fictitious person who represent your Customer, give a fictitious name, and show how you worked out his demographic and psychographic profile here.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Please prepare well as a group, what should be the CP for your product – do not generate using AI and read it. 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Be prepared to answer difficult questions here 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FA05-49D5-8965-5B47-01BD88A2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 Product USP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32972-71CF-5F3C-FC9D-E36A0D2D5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bullet points  on “why” will your customers buy your product, “what is unique about your product” and how different it is from other products available in the market today.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Please prepare as a group to answer the above. maximum 4 bullet points ****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 Cases &amp; High level Requirements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AADE7-0B30-77FD-7C8B-41A1B856F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4 to 5 major use cases on how your customer will use your solution – what input will the customer provide and what output will he expect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Show the requirements document from GitHub and discuss  functional, non-functional requirements and acceptance criteria.</a:t>
            </a: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Proof of Concept (PoC) / Prototype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1E6CD-28A4-0547-FCFA-8E8B38A7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Show  demo</a:t>
            </a: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2382</TotalTime>
  <Words>647</Words>
  <Application>Microsoft Office PowerPoint</Application>
  <PresentationFormat>Widescreen</PresentationFormat>
  <Paragraphs>98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Roboto Medium</vt:lpstr>
      <vt:lpstr>Times New Roman</vt:lpstr>
      <vt:lpstr>1_Office Theme</vt:lpstr>
      <vt:lpstr>PowerPoint Presentation</vt:lpstr>
      <vt:lpstr>Team members &amp; roles</vt:lpstr>
      <vt:lpstr> Modified Problem Statement</vt:lpstr>
      <vt:lpstr> User/ Customer Understanding</vt:lpstr>
      <vt:lpstr>Ideal Customer Profile (ICP)</vt:lpstr>
      <vt:lpstr>Customer Persona (CP)</vt:lpstr>
      <vt:lpstr> Product USP</vt:lpstr>
      <vt:lpstr> Use Cases &amp; High level Requirements</vt:lpstr>
      <vt:lpstr> Proof of Concept (PoC) / 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Vanitha B</cp:lastModifiedBy>
  <cp:revision>5</cp:revision>
  <dcterms:created xsi:type="dcterms:W3CDTF">2025-09-17T04:00:39Z</dcterms:created>
  <dcterms:modified xsi:type="dcterms:W3CDTF">2026-03-27T07:39:53Z</dcterms:modified>
</cp:coreProperties>
</file>