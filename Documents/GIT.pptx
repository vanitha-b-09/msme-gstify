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803" r:id="rId2"/>
    <p:sldId id="833" r:id="rId3"/>
    <p:sldId id="824" r:id="rId4"/>
    <p:sldId id="828" r:id="rId5"/>
    <p:sldId id="805" r:id="rId6"/>
    <p:sldId id="829" r:id="rId7"/>
    <p:sldId id="836" r:id="rId8"/>
    <p:sldId id="832" r:id="rId9"/>
    <p:sldId id="830" r:id="rId10"/>
    <p:sldId id="834" r:id="rId11"/>
    <p:sldId id="831" r:id="rId12"/>
    <p:sldId id="83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25A1C6-9B6C-4867-826F-32B4E86BE903}" v="13" dt="2026-04-25T01:35:20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3" autoAdjust="0"/>
    <p:restoredTop sz="94660"/>
  </p:normalViewPr>
  <p:slideViewPr>
    <p:cSldViewPr snapToGrid="0">
      <p:cViewPr varScale="1">
        <p:scale>
          <a:sx n="78" d="100"/>
          <a:sy n="78" d="100"/>
        </p:scale>
        <p:origin x="40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ganatham Sudhakar" userId="49444e7099878e0a" providerId="LiveId" clId="{FB05E31D-BB14-4DC4-9326-E39B0B0B9644}"/>
    <pc:docChg chg="undo custSel addSld modSld">
      <pc:chgData name="Ranganatham Sudhakar" userId="49444e7099878e0a" providerId="LiveId" clId="{FB05E31D-BB14-4DC4-9326-E39B0B0B9644}" dt="2026-04-25T04:40:09.158" v="134" actId="1076"/>
      <pc:docMkLst>
        <pc:docMk/>
      </pc:docMkLst>
      <pc:sldChg chg="modSp mod">
        <pc:chgData name="Ranganatham Sudhakar" userId="49444e7099878e0a" providerId="LiveId" clId="{FB05E31D-BB14-4DC4-9326-E39B0B0B9644}" dt="2026-04-25T04:37:51.716" v="122" actId="20577"/>
        <pc:sldMkLst>
          <pc:docMk/>
          <pc:sldMk cId="1157260694" sldId="803"/>
        </pc:sldMkLst>
        <pc:spChg chg="mod">
          <ac:chgData name="Ranganatham Sudhakar" userId="49444e7099878e0a" providerId="LiveId" clId="{FB05E31D-BB14-4DC4-9326-E39B0B0B9644}" dt="2026-04-25T04:37:51.716" v="122" actId="20577"/>
          <ac:spMkLst>
            <pc:docMk/>
            <pc:sldMk cId="1157260694" sldId="803"/>
            <ac:spMk id="106" creationId="{0794CBDF-89DA-68F4-4998-89F67853C47F}"/>
          </ac:spMkLst>
        </pc:spChg>
      </pc:sldChg>
      <pc:sldChg chg="addSp delSp modSp mod">
        <pc:chgData name="Ranganatham Sudhakar" userId="49444e7099878e0a" providerId="LiveId" clId="{FB05E31D-BB14-4DC4-9326-E39B0B0B9644}" dt="2026-04-25T01:34:18.570" v="52" actId="1076"/>
        <pc:sldMkLst>
          <pc:docMk/>
          <pc:sldMk cId="2656312767" sldId="831"/>
        </pc:sldMkLst>
        <pc:spChg chg="add del mod">
          <ac:chgData name="Ranganatham Sudhakar" userId="49444e7099878e0a" providerId="LiveId" clId="{FB05E31D-BB14-4DC4-9326-E39B0B0B9644}" dt="2026-04-25T01:29:33.611" v="7" actId="478"/>
          <ac:spMkLst>
            <pc:docMk/>
            <pc:sldMk cId="2656312767" sldId="831"/>
            <ac:spMk id="4" creationId="{BE21F0BE-FA55-E9D6-2BE1-0683A493E1C9}"/>
          </ac:spMkLst>
        </pc:spChg>
        <pc:picChg chg="del mod">
          <ac:chgData name="Ranganatham Sudhakar" userId="49444e7099878e0a" providerId="LiveId" clId="{FB05E31D-BB14-4DC4-9326-E39B0B0B9644}" dt="2026-04-25T01:30:58.336" v="23" actId="478"/>
          <ac:picMkLst>
            <pc:docMk/>
            <pc:sldMk cId="2656312767" sldId="831"/>
            <ac:picMk id="3" creationId="{A9A99A59-248C-3C67-48A0-C778E0ED2DC7}"/>
          </ac:picMkLst>
        </pc:picChg>
        <pc:picChg chg="add mod">
          <ac:chgData name="Ranganatham Sudhakar" userId="49444e7099878e0a" providerId="LiveId" clId="{FB05E31D-BB14-4DC4-9326-E39B0B0B9644}" dt="2026-04-25T01:32:12.582" v="35" actId="1076"/>
          <ac:picMkLst>
            <pc:docMk/>
            <pc:sldMk cId="2656312767" sldId="831"/>
            <ac:picMk id="6" creationId="{9D9D78EC-2848-CC3C-9013-EA4E4EF44DDA}"/>
          </ac:picMkLst>
        </pc:picChg>
        <pc:picChg chg="del">
          <ac:chgData name="Ranganatham Sudhakar" userId="49444e7099878e0a" providerId="LiveId" clId="{FB05E31D-BB14-4DC4-9326-E39B0B0B9644}" dt="2026-04-25T01:28:50.960" v="0" actId="478"/>
          <ac:picMkLst>
            <pc:docMk/>
            <pc:sldMk cId="2656312767" sldId="831"/>
            <ac:picMk id="7" creationId="{B3C5F9A2-350E-56C2-067C-339509162E4B}"/>
          </ac:picMkLst>
        </pc:picChg>
        <pc:picChg chg="add mod">
          <ac:chgData name="Ranganatham Sudhakar" userId="49444e7099878e0a" providerId="LiveId" clId="{FB05E31D-BB14-4DC4-9326-E39B0B0B9644}" dt="2026-04-25T01:32:26.306" v="39" actId="1076"/>
          <ac:picMkLst>
            <pc:docMk/>
            <pc:sldMk cId="2656312767" sldId="831"/>
            <ac:picMk id="9" creationId="{7E987C89-D9F4-0702-EE6C-0A49A8E362EC}"/>
          </ac:picMkLst>
        </pc:picChg>
        <pc:picChg chg="add mod">
          <ac:chgData name="Ranganatham Sudhakar" userId="49444e7099878e0a" providerId="LiveId" clId="{FB05E31D-BB14-4DC4-9326-E39B0B0B9644}" dt="2026-04-25T01:31:05.559" v="25" actId="1076"/>
          <ac:picMkLst>
            <pc:docMk/>
            <pc:sldMk cId="2656312767" sldId="831"/>
            <ac:picMk id="10" creationId="{ADF6EA1E-D3F9-163C-26A4-EACC519A9032}"/>
          </ac:picMkLst>
        </pc:picChg>
        <pc:picChg chg="del">
          <ac:chgData name="Ranganatham Sudhakar" userId="49444e7099878e0a" providerId="LiveId" clId="{FB05E31D-BB14-4DC4-9326-E39B0B0B9644}" dt="2026-04-25T01:28:53" v="1" actId="478"/>
          <ac:picMkLst>
            <pc:docMk/>
            <pc:sldMk cId="2656312767" sldId="831"/>
            <ac:picMk id="11" creationId="{2D8536BA-27B2-F11A-BA44-F11600571EBA}"/>
          </ac:picMkLst>
        </pc:picChg>
        <pc:picChg chg="add mod">
          <ac:chgData name="Ranganatham Sudhakar" userId="49444e7099878e0a" providerId="LiveId" clId="{FB05E31D-BB14-4DC4-9326-E39B0B0B9644}" dt="2026-04-25T01:31:15.470" v="26"/>
          <ac:picMkLst>
            <pc:docMk/>
            <pc:sldMk cId="2656312767" sldId="831"/>
            <ac:picMk id="12" creationId="{62D0ED5D-5DEC-864C-F305-BC8DACEABA70}"/>
          </ac:picMkLst>
        </pc:picChg>
        <pc:picChg chg="del">
          <ac:chgData name="Ranganatham Sudhakar" userId="49444e7099878e0a" providerId="LiveId" clId="{FB05E31D-BB14-4DC4-9326-E39B0B0B9644}" dt="2026-04-25T01:28:55.698" v="2" actId="478"/>
          <ac:picMkLst>
            <pc:docMk/>
            <pc:sldMk cId="2656312767" sldId="831"/>
            <ac:picMk id="13" creationId="{B24E4334-980E-BC88-2290-4CDFAA3940EB}"/>
          </ac:picMkLst>
        </pc:picChg>
        <pc:picChg chg="del">
          <ac:chgData name="Ranganatham Sudhakar" userId="49444e7099878e0a" providerId="LiveId" clId="{FB05E31D-BB14-4DC4-9326-E39B0B0B9644}" dt="2026-04-25T01:28:57.141" v="3" actId="478"/>
          <ac:picMkLst>
            <pc:docMk/>
            <pc:sldMk cId="2656312767" sldId="831"/>
            <ac:picMk id="15" creationId="{96F173B6-C337-9FB0-90A1-7EDE12BABE3D}"/>
          </ac:picMkLst>
        </pc:picChg>
        <pc:picChg chg="add mod">
          <ac:chgData name="Ranganatham Sudhakar" userId="49444e7099878e0a" providerId="LiveId" clId="{FB05E31D-BB14-4DC4-9326-E39B0B0B9644}" dt="2026-04-25T01:33:24.926" v="43" actId="1076"/>
          <ac:picMkLst>
            <pc:docMk/>
            <pc:sldMk cId="2656312767" sldId="831"/>
            <ac:picMk id="16" creationId="{1FD4B103-B9C0-64E5-0352-79B0E7DCEF96}"/>
          </ac:picMkLst>
        </pc:picChg>
        <pc:picChg chg="add mod">
          <ac:chgData name="Ranganatham Sudhakar" userId="49444e7099878e0a" providerId="LiveId" clId="{FB05E31D-BB14-4DC4-9326-E39B0B0B9644}" dt="2026-04-25T01:34:18.570" v="52" actId="1076"/>
          <ac:picMkLst>
            <pc:docMk/>
            <pc:sldMk cId="2656312767" sldId="831"/>
            <ac:picMk id="18" creationId="{DDD43BEA-8D22-A2AB-3975-9F1813E894F6}"/>
          </ac:picMkLst>
        </pc:picChg>
      </pc:sldChg>
      <pc:sldChg chg="addSp delSp modSp add mod">
        <pc:chgData name="Ranganatham Sudhakar" userId="49444e7099878e0a" providerId="LiveId" clId="{FB05E31D-BB14-4DC4-9326-E39B0B0B9644}" dt="2026-04-25T01:38:45.753" v="102" actId="1076"/>
        <pc:sldMkLst>
          <pc:docMk/>
          <pc:sldMk cId="3446237418" sldId="835"/>
        </pc:sldMkLst>
        <pc:spChg chg="add">
          <ac:chgData name="Ranganatham Sudhakar" userId="49444e7099878e0a" providerId="LiveId" clId="{FB05E31D-BB14-4DC4-9326-E39B0B0B9644}" dt="2026-04-25T01:34:54.762" v="54"/>
          <ac:spMkLst>
            <pc:docMk/>
            <pc:sldMk cId="3446237418" sldId="835"/>
            <ac:spMk id="3" creationId="{F8916B0F-F486-45DB-A778-CA133F8D885D}"/>
          </ac:spMkLst>
        </pc:spChg>
        <pc:spChg chg="add del">
          <ac:chgData name="Ranganatham Sudhakar" userId="49444e7099878e0a" providerId="LiveId" clId="{FB05E31D-BB14-4DC4-9326-E39B0B0B9644}" dt="2026-04-25T01:35:14.981" v="59" actId="478"/>
          <ac:spMkLst>
            <pc:docMk/>
            <pc:sldMk cId="3446237418" sldId="835"/>
            <ac:spMk id="4" creationId="{77B8DA40-C8F9-5FDE-0592-70630A4A26C5}"/>
          </ac:spMkLst>
        </pc:spChg>
        <pc:spChg chg="add del">
          <ac:chgData name="Ranganatham Sudhakar" userId="49444e7099878e0a" providerId="LiveId" clId="{FB05E31D-BB14-4DC4-9326-E39B0B0B9644}" dt="2026-04-25T01:35:20.268" v="61" actId="478"/>
          <ac:spMkLst>
            <pc:docMk/>
            <pc:sldMk cId="3446237418" sldId="835"/>
            <ac:spMk id="5" creationId="{C80C73E3-FBDA-F221-436C-7F972F14DA4C}"/>
          </ac:spMkLst>
        </pc:spChg>
        <pc:picChg chg="del">
          <ac:chgData name="Ranganatham Sudhakar" userId="49444e7099878e0a" providerId="LiveId" clId="{FB05E31D-BB14-4DC4-9326-E39B0B0B9644}" dt="2026-04-25T01:36:25.542" v="70" actId="478"/>
          <ac:picMkLst>
            <pc:docMk/>
            <pc:sldMk cId="3446237418" sldId="835"/>
            <ac:picMk id="6" creationId="{0ED802B8-AF8A-73C3-24F5-64895956BD73}"/>
          </ac:picMkLst>
        </pc:picChg>
        <pc:picChg chg="add mod">
          <ac:chgData name="Ranganatham Sudhakar" userId="49444e7099878e0a" providerId="LiveId" clId="{FB05E31D-BB14-4DC4-9326-E39B0B0B9644}" dt="2026-04-25T01:36:29.812" v="71" actId="1076"/>
          <ac:picMkLst>
            <pc:docMk/>
            <pc:sldMk cId="3446237418" sldId="835"/>
            <ac:picMk id="8" creationId="{37264125-4C6B-2231-9B0F-48E8D7C5D387}"/>
          </ac:picMkLst>
        </pc:picChg>
        <pc:picChg chg="del">
          <ac:chgData name="Ranganatham Sudhakar" userId="49444e7099878e0a" providerId="LiveId" clId="{FB05E31D-BB14-4DC4-9326-E39B0B0B9644}" dt="2026-04-25T01:34:59.543" v="55" actId="478"/>
          <ac:picMkLst>
            <pc:docMk/>
            <pc:sldMk cId="3446237418" sldId="835"/>
            <ac:picMk id="9" creationId="{ECA983E0-7F7D-9D9E-1E76-1FD2A41A0643}"/>
          </ac:picMkLst>
        </pc:picChg>
        <pc:picChg chg="add del mod">
          <ac:chgData name="Ranganatham Sudhakar" userId="49444e7099878e0a" providerId="LiveId" clId="{FB05E31D-BB14-4DC4-9326-E39B0B0B9644}" dt="2026-04-25T01:36:39.787" v="74" actId="931"/>
          <ac:picMkLst>
            <pc:docMk/>
            <pc:sldMk cId="3446237418" sldId="835"/>
            <ac:picMk id="12" creationId="{8E968499-7B19-C031-B403-726AAB00EC9D}"/>
          </ac:picMkLst>
        </pc:picChg>
        <pc:picChg chg="add mod modCrop">
          <ac:chgData name="Ranganatham Sudhakar" userId="49444e7099878e0a" providerId="LiveId" clId="{FB05E31D-BB14-4DC4-9326-E39B0B0B9644}" dt="2026-04-25T01:37:21.129" v="82" actId="732"/>
          <ac:picMkLst>
            <pc:docMk/>
            <pc:sldMk cId="3446237418" sldId="835"/>
            <ac:picMk id="14" creationId="{F32517D5-CFE1-2E20-4454-E5C8D7B90937}"/>
          </ac:picMkLst>
        </pc:picChg>
        <pc:picChg chg="del">
          <ac:chgData name="Ranganatham Sudhakar" userId="49444e7099878e0a" providerId="LiveId" clId="{FB05E31D-BB14-4DC4-9326-E39B0B0B9644}" dt="2026-04-25T01:35:02.992" v="57" actId="478"/>
          <ac:picMkLst>
            <pc:docMk/>
            <pc:sldMk cId="3446237418" sldId="835"/>
            <ac:picMk id="16" creationId="{313657A6-140B-FEE1-C447-FA66CF566E0E}"/>
          </ac:picMkLst>
        </pc:picChg>
        <pc:picChg chg="add del mod">
          <ac:chgData name="Ranganatham Sudhakar" userId="49444e7099878e0a" providerId="LiveId" clId="{FB05E31D-BB14-4DC4-9326-E39B0B0B9644}" dt="2026-04-25T01:37:37.659" v="85" actId="931"/>
          <ac:picMkLst>
            <pc:docMk/>
            <pc:sldMk cId="3446237418" sldId="835"/>
            <ac:picMk id="17" creationId="{17CEAA73-D790-5DC3-5DF1-B31F3234DCF1}"/>
          </ac:picMkLst>
        </pc:picChg>
        <pc:picChg chg="del">
          <ac:chgData name="Ranganatham Sudhakar" userId="49444e7099878e0a" providerId="LiveId" clId="{FB05E31D-BB14-4DC4-9326-E39B0B0B9644}" dt="2026-04-25T01:35:01.235" v="56" actId="478"/>
          <ac:picMkLst>
            <pc:docMk/>
            <pc:sldMk cId="3446237418" sldId="835"/>
            <ac:picMk id="18" creationId="{8AD54DDD-E56D-8A74-E7FF-A05060B4E045}"/>
          </ac:picMkLst>
        </pc:picChg>
        <pc:picChg chg="add mod">
          <ac:chgData name="Ranganatham Sudhakar" userId="49444e7099878e0a" providerId="LiveId" clId="{FB05E31D-BB14-4DC4-9326-E39B0B0B9644}" dt="2026-04-25T01:38:07.508" v="92" actId="1076"/>
          <ac:picMkLst>
            <pc:docMk/>
            <pc:sldMk cId="3446237418" sldId="835"/>
            <ac:picMk id="20" creationId="{B50229C4-3CB1-D4BB-9158-DBAE364B4C41}"/>
          </ac:picMkLst>
        </pc:picChg>
        <pc:picChg chg="add del mod">
          <ac:chgData name="Ranganatham Sudhakar" userId="49444e7099878e0a" providerId="LiveId" clId="{FB05E31D-BB14-4DC4-9326-E39B0B0B9644}" dt="2026-04-25T01:38:23.644" v="95" actId="931"/>
          <ac:picMkLst>
            <pc:docMk/>
            <pc:sldMk cId="3446237418" sldId="835"/>
            <ac:picMk id="22" creationId="{D913FA54-34BC-29DF-1982-2DA09A50A85D}"/>
          </ac:picMkLst>
        </pc:picChg>
        <pc:picChg chg="add mod">
          <ac:chgData name="Ranganatham Sudhakar" userId="49444e7099878e0a" providerId="LiveId" clId="{FB05E31D-BB14-4DC4-9326-E39B0B0B9644}" dt="2026-04-25T01:38:45.753" v="102" actId="1076"/>
          <ac:picMkLst>
            <pc:docMk/>
            <pc:sldMk cId="3446237418" sldId="835"/>
            <ac:picMk id="24" creationId="{7118AE3E-6462-76DF-6587-86D063E20DAD}"/>
          </ac:picMkLst>
        </pc:picChg>
      </pc:sldChg>
      <pc:sldChg chg="addSp delSp modSp new mod">
        <pc:chgData name="Ranganatham Sudhakar" userId="49444e7099878e0a" providerId="LiveId" clId="{FB05E31D-BB14-4DC4-9326-E39B0B0B9644}" dt="2026-04-25T04:40:09.158" v="134" actId="1076"/>
        <pc:sldMkLst>
          <pc:docMk/>
          <pc:sldMk cId="85544081" sldId="836"/>
        </pc:sldMkLst>
        <pc:spChg chg="del">
          <ac:chgData name="Ranganatham Sudhakar" userId="49444e7099878e0a" providerId="LiveId" clId="{FB05E31D-BB14-4DC4-9326-E39B0B0B9644}" dt="2026-04-25T04:39:51.810" v="131" actId="478"/>
          <ac:spMkLst>
            <pc:docMk/>
            <pc:sldMk cId="85544081" sldId="836"/>
            <ac:spMk id="2" creationId="{9A94A385-E3B3-6BB4-DFEC-EEF8CA70B56F}"/>
          </ac:spMkLst>
        </pc:spChg>
        <pc:spChg chg="del mod">
          <ac:chgData name="Ranganatham Sudhakar" userId="49444e7099878e0a" providerId="LiveId" clId="{FB05E31D-BB14-4DC4-9326-E39B0B0B9644}" dt="2026-04-25T04:39:46.222" v="130" actId="478"/>
          <ac:spMkLst>
            <pc:docMk/>
            <pc:sldMk cId="85544081" sldId="836"/>
            <ac:spMk id="3" creationId="{8771AC24-035B-D32A-BC32-100B27EFDCB8}"/>
          </ac:spMkLst>
        </pc:spChg>
        <pc:picChg chg="add mod">
          <ac:chgData name="Ranganatham Sudhakar" userId="49444e7099878e0a" providerId="LiveId" clId="{FB05E31D-BB14-4DC4-9326-E39B0B0B9644}" dt="2026-04-25T04:40:09.158" v="134" actId="1076"/>
          <ac:picMkLst>
            <pc:docMk/>
            <pc:sldMk cId="85544081" sldId="836"/>
            <ac:picMk id="5" creationId="{CACD4A99-EC14-E7E6-5924-F30F1DB2B6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DC3CD-5E49-93DA-5423-3E7B8010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9AAFE-8861-D645-5850-43C4BF149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EDB28-A3DC-7E55-C04D-CF42B9422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54949-79C4-EB93-44E5-FA3483E89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2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930B7-2ADC-521A-80E5-7935A46F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351C4-5524-C052-714B-17E7317B3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E77DA-5757-C6F5-FC1A-C31F70303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91066-E892-916F-86AB-4002C3420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4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8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450027" y="3646955"/>
            <a:ext cx="475013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Audit Defense Kit</a:t>
            </a: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19E22F-92E1-5BFA-6203-E19F935A6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923" y="4847243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87" y="909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844898"/>
              </p:ext>
            </p:extLst>
          </p:nvPr>
        </p:nvGraphicFramePr>
        <p:xfrm>
          <a:off x="1275502" y="784207"/>
          <a:ext cx="9146692" cy="561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334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57334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68479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729721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Trisha Srinivas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Team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729721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Vanitha B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Developer </a:t>
                      </a: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166784707"/>
                  </a:ext>
                </a:extLst>
              </a:tr>
              <a:tr h="729721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Thanushree 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Marketing Lead</a:t>
                      </a: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705087221"/>
                  </a:ext>
                </a:extLst>
              </a:tr>
              <a:tr h="68479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Uma Maheshwari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Development Lead</a:t>
                      </a: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684793">
                <a:tc>
                  <a:txBody>
                    <a:bodyPr/>
                    <a:lstStyle/>
                    <a:p>
                      <a:r>
                        <a:rPr lang="en-IN" dirty="0"/>
                        <a:t>Usha Rani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Test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684793">
                <a:tc>
                  <a:txBody>
                    <a:bodyPr/>
                    <a:lstStyle/>
                    <a:p>
                      <a:r>
                        <a:rPr lang="en-IN" dirty="0"/>
                        <a:t>Susmitha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Customer Contact Lead</a:t>
                      </a:r>
                    </a:p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684793">
                <a:tc>
                  <a:txBody>
                    <a:bodyPr/>
                    <a:lstStyle/>
                    <a:p>
                      <a:r>
                        <a:rPr lang="en-US" dirty="0"/>
                        <a:t>Shrusti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70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</a:t>
            </a:r>
            <a:r>
              <a:rPr lang="en-US" b="1" dirty="0">
                <a:solidFill>
                  <a:schemeClr val="tx1"/>
                </a:solidFill>
                <a:ea typeface="Calibri"/>
                <a:cs typeface="Calibri"/>
              </a:rPr>
              <a:t>Modified Problem Statement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DE0E5-9723-7828-4B2F-539672588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434" y="1751489"/>
            <a:ext cx="5395266" cy="3642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223F3-68B1-2A87-E9A2-2C29437B8673}"/>
              </a:ext>
            </a:extLst>
          </p:cNvPr>
          <p:cNvSpPr txBox="1"/>
          <p:nvPr/>
        </p:nvSpPr>
        <p:spPr>
          <a:xfrm>
            <a:off x="88489" y="838202"/>
            <a:ext cx="726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27"/>
              </a:spcBef>
              <a:buNone/>
            </a:pPr>
            <a:r>
              <a:rPr lang="en-US" sz="2000" i="1" dirty="0">
                <a:solidFill>
                  <a:srgbClr val="FF0000"/>
                </a:solidFill>
                <a:latin typeface="Arial Rounded MT Bold" panose="020F0704030504030204" pitchFamily="34" charset="0"/>
                <a:cs typeface="AngsanaUPC" panose="02020603050405020304" pitchFamily="18" charset="-34"/>
              </a:rPr>
              <a:t>THE PROBLEM: GST Audit Notices Are A CA's Nightmare</a:t>
            </a:r>
            <a:endParaRPr lang="en-US" sz="2000" i="1" dirty="0">
              <a:solidFill>
                <a:srgbClr val="FF0000"/>
              </a:solidFill>
              <a:latin typeface="Arial Rounded MT Bold" panose="020F0704030504030204" pitchFamily="34" charset="0"/>
              <a:ea typeface="Calibri"/>
              <a:cs typeface="AngsanaUPC" panose="02020603050405020304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7263EF-717F-0D73-80D4-88711E6317BA}"/>
              </a:ext>
            </a:extLst>
          </p:cNvPr>
          <p:cNvSpPr/>
          <p:nvPr/>
        </p:nvSpPr>
        <p:spPr>
          <a:xfrm>
            <a:off x="314632" y="1751488"/>
            <a:ext cx="6007509" cy="1326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215FD0-EA95-643E-F8E8-5EAC99A83B82}"/>
              </a:ext>
            </a:extLst>
          </p:cNvPr>
          <p:cNvSpPr/>
          <p:nvPr/>
        </p:nvSpPr>
        <p:spPr>
          <a:xfrm>
            <a:off x="314633" y="3185651"/>
            <a:ext cx="6007508" cy="8455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0888E-3887-FD3B-5A9F-8D1C369F1C34}"/>
              </a:ext>
            </a:extLst>
          </p:cNvPr>
          <p:cNvSpPr/>
          <p:nvPr/>
        </p:nvSpPr>
        <p:spPr>
          <a:xfrm>
            <a:off x="314633" y="4175101"/>
            <a:ext cx="6007507" cy="10323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F4057-A478-3DF8-B432-1CCFFC108B87}"/>
              </a:ext>
            </a:extLst>
          </p:cNvPr>
          <p:cNvSpPr txBox="1"/>
          <p:nvPr/>
        </p:nvSpPr>
        <p:spPr>
          <a:xfrm>
            <a:off x="403123" y="1776473"/>
            <a:ext cx="58108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Chartered Accountants handling GST notices face a </a:t>
            </a:r>
            <a:r>
              <a:rPr lang="en-US" sz="1600" b="1" dirty="0"/>
              <a:t>manual, time-intensive, and error-prone process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They must interpret </a:t>
            </a:r>
            <a:r>
              <a:rPr lang="en-US" sz="1600" b="1" dirty="0"/>
              <a:t>complex legal language</a:t>
            </a:r>
            <a:r>
              <a:rPr lang="en-US" sz="1600" dirty="0"/>
              <a:t>, reconcile </a:t>
            </a:r>
            <a:r>
              <a:rPr lang="en-US" sz="1600" b="1" dirty="0"/>
              <a:t>fragmented data</a:t>
            </a:r>
            <a:r>
              <a:rPr lang="en-US" sz="1600" dirty="0"/>
              <a:t>, and draft responses under </a:t>
            </a:r>
            <a:r>
              <a:rPr lang="en-US" sz="1600" b="1" dirty="0"/>
              <a:t>strict deadlines</a:t>
            </a:r>
            <a:r>
              <a:rPr lang="en-US" sz="1600" dirty="0"/>
              <a:t>.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F81D9-5E5F-28A4-02BD-E7A231D869E5}"/>
              </a:ext>
            </a:extLst>
          </p:cNvPr>
          <p:cNvSpPr txBox="1"/>
          <p:nvPr/>
        </p:nvSpPr>
        <p:spPr>
          <a:xfrm>
            <a:off x="358878" y="3264310"/>
            <a:ext cx="5899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Each notice takes </a:t>
            </a:r>
            <a:r>
              <a:rPr lang="en-US" sz="1600" b="1" dirty="0"/>
              <a:t>4–6 hours</a:t>
            </a:r>
            <a:r>
              <a:rPr lang="en-US" sz="1600" dirty="0"/>
              <a:t> with </a:t>
            </a:r>
            <a:r>
              <a:rPr lang="en-US" sz="1600" b="1" dirty="0"/>
              <a:t>high penalty risk (₹50K–₹5L+)</a:t>
            </a:r>
            <a:r>
              <a:rPr lang="en-US" sz="1600" dirty="0"/>
              <a:t> if mistakes occur.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F824D-0DC4-251F-46C2-B795575E0626}"/>
              </a:ext>
            </a:extLst>
          </p:cNvPr>
          <p:cNvSpPr txBox="1"/>
          <p:nvPr/>
        </p:nvSpPr>
        <p:spPr>
          <a:xfrm>
            <a:off x="358878" y="4175101"/>
            <a:ext cx="58993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Tools like </a:t>
            </a:r>
            <a:r>
              <a:rPr lang="en-US" sz="1600" b="1" dirty="0"/>
              <a:t>Tally Solutions</a:t>
            </a:r>
            <a:r>
              <a:rPr lang="en-US" sz="1600" dirty="0"/>
              <a:t> and </a:t>
            </a:r>
            <a:r>
              <a:rPr lang="en-US" sz="1600" b="1" dirty="0" err="1"/>
              <a:t>ClearTax</a:t>
            </a:r>
            <a:r>
              <a:rPr lang="en-US" sz="1600" dirty="0"/>
              <a:t> focus on compliance, not </a:t>
            </a:r>
            <a:r>
              <a:rPr lang="en-US" sz="1600" b="1" dirty="0"/>
              <a:t>end-to-end notice resolution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This leads to </a:t>
            </a:r>
            <a:r>
              <a:rPr lang="en-US" sz="1600" b="1" dirty="0"/>
              <a:t>inefficiencies, inconsistent quality, and lower success rates</a:t>
            </a:r>
            <a:r>
              <a:rPr lang="en-US" sz="1600" dirty="0"/>
              <a:t> in audit defense.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CEC84-3133-ED23-79C4-4734E4968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116" y="324711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37961" cy="83820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 User/ Customer Understanding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050" y="1233988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360C6-5FE0-580B-5428-76569713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8202"/>
            <a:ext cx="3754417" cy="2838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5CE9B-C6FD-9553-80D9-15B504177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980" y="838540"/>
            <a:ext cx="3795251" cy="2827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2D2B7-DA31-0049-3191-236C75DB3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887" y="838202"/>
            <a:ext cx="3754416" cy="2827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7AF368-BACF-4D9F-030F-A55A749E9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130" y="3940136"/>
            <a:ext cx="3631820" cy="2723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EE183D-00F1-068E-8EA4-EE8D4464C4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9815" y="3940137"/>
            <a:ext cx="3754416" cy="27238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19ABE0-8070-269A-AADB-1BE4A9A52C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940136"/>
            <a:ext cx="3754417" cy="26813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188341-7718-4C6B-4407-ACEB642EC9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939" y="193999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0"/>
            <a:ext cx="6211927" cy="83820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Ideal Customer Profile (ICP)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A596B-067A-FD85-3AD1-825AD952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7" y="838202"/>
            <a:ext cx="11041625" cy="59878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ED7FF8-5D13-29FB-D50A-D030C93AE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613" y="167088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3962400" cy="64892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Customer Persona (CP)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DE95C-43FA-EC83-18C1-4F3CE76FC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3" y="648929"/>
            <a:ext cx="10798962" cy="62090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0EB1EC-ED79-2874-53AA-53353FC31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68" y="125606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CD4A99-EC14-E7E6-5924-F30F1DB2B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42919"/>
            <a:ext cx="10078063" cy="63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237AF0-4546-8AF9-82C5-D0B611E2B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894735"/>
            <a:ext cx="11277600" cy="5633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1E0E07-9CBF-3343-8EE0-C4D5828D24A5}"/>
              </a:ext>
            </a:extLst>
          </p:cNvPr>
          <p:cNvSpPr txBox="1"/>
          <p:nvPr/>
        </p:nvSpPr>
        <p:spPr>
          <a:xfrm>
            <a:off x="373626" y="245805"/>
            <a:ext cx="2320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Product USP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56CF28-427B-DB57-3D75-0DB914FA0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36" y="78598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62" y="0"/>
            <a:ext cx="6462484" cy="56043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 Cases &amp; High level Requirements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4594F-12F8-0CD5-B823-72B94374D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205" y="653058"/>
            <a:ext cx="10801201" cy="4320480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                                 I. Invoice Processing &amp; Automation</a:t>
            </a:r>
          </a:p>
          <a:p>
            <a:pPr marL="76200" indent="0">
              <a:buNone/>
            </a:pPr>
            <a:endParaRPr lang="en-US" b="1" dirty="0">
              <a:solidFill>
                <a:schemeClr val="tx1"/>
              </a:solidFill>
              <a:latin typeface="+mn-lt"/>
            </a:endParaRPr>
          </a:p>
          <a:p>
            <a:pPr marL="762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Use Case 1: Invoice OCR &amp; Data Extraction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Extract data from PDF/Image invoices using OCR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Captures: GSTIN, Invoice No, Date, Amount, Table data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762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Use Case 2: Accounting Automation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Automatically digitizes invoices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Reduces manual entry and human errors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Speeds up financial processing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762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Use Case 3: Business Operations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Helps companies manage large volumes of invoices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Useful for finance teams &amp; ERP systems </a:t>
            </a:r>
          </a:p>
          <a:p>
            <a:pPr marL="76200" indent="0">
              <a:buNone/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762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n-lt"/>
              </a:rPr>
              <a:t>Benefits: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Faster processing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High accuracy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Supports multiple invoice formats</a:t>
            </a:r>
            <a:endParaRPr lang="en-IN" sz="20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9470B-A855-F61E-0B6A-44FAD3810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575" y="129735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D35F6-3A36-935C-9B65-5C781C8F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F066-1967-3B09-84CD-902738A2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62" y="0"/>
            <a:ext cx="6462484" cy="56043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1FB981-0FAD-CABB-B5BB-F34423252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0"/>
            <a:ext cx="9610323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GST Reconciliation, Compliance &amp; Fraud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 GSTR-1 (outward supplies) with GSTR-3B (filed returns)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 mismatches automatically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Case 1: Mismatch Detection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Amount mismatch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GST mismatch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invoices (GSTR-1 not in GSTR-3B)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 invoices (wrong reporting)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Case 2: Compliance Monitoring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correct GST filing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avoid penalties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Case 3: Fraud Detection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suspicious or incorrect entries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Detects unreported or duplicate invoices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Flow: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Upload → OCR / Excel Parsing → Reconciliation → Mismatch Report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6407048-8421-46B4-C3DE-D7794192A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549" y="4350742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8384C-86D2-DBD7-5FC3-49D5D12A9EEF}"/>
              </a:ext>
            </a:extLst>
          </p:cNvPr>
          <p:cNvSpPr txBox="1"/>
          <p:nvPr/>
        </p:nvSpPr>
        <p:spPr>
          <a:xfrm>
            <a:off x="7374193" y="2448232"/>
            <a:ext cx="373625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Users:</a:t>
            </a: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Chartered Accountants (CA)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Businesses &amp; Finance teams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Tax auditors 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9CA2E-3040-EBE9-2B48-5D69D2ADF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36" y="363734"/>
            <a:ext cx="1917290" cy="1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9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54" y="81154"/>
            <a:ext cx="7045685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Prototype Demo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D78EC-2848-CC3C-9013-EA4E4EF44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1" y="1071470"/>
            <a:ext cx="4947271" cy="22324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87C89-D9F4-0702-EE6C-0A49A8E36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285" y="1044378"/>
            <a:ext cx="4947270" cy="22866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F6EA1E-D3F9-163C-26A4-EACC519A9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10" y="184905"/>
            <a:ext cx="1917290" cy="10466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D4B103-B9C0-64E5-0352-79B0E7DCEF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48" y="3554075"/>
            <a:ext cx="4935794" cy="22866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DD43BEA-8D22-A2AB-3975-9F1813E894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285" y="3581167"/>
            <a:ext cx="5083277" cy="223245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CD7D-5A51-B2E6-B856-A51DD09F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F430-3AB7-6E59-2A3A-9ADE6EA22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54" y="81154"/>
            <a:ext cx="7045685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Prototype Demo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13DCF1-8C91-7190-F1C2-BC481779D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10" y="184905"/>
            <a:ext cx="1917290" cy="1046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264125-4C6B-2231-9B0F-48E8D7C5D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5" y="1196544"/>
            <a:ext cx="5132438" cy="22324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2517D5-CFE1-2E20-4454-E5C8D7B909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5"/>
          <a:stretch>
            <a:fillRect/>
          </a:stretch>
        </p:blipFill>
        <p:spPr>
          <a:xfrm>
            <a:off x="5796117" y="1196542"/>
            <a:ext cx="5132438" cy="22324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50229C4-3CB1-D4BB-9158-DBAE364B4C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5" y="3539612"/>
            <a:ext cx="5132438" cy="23572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18AE3E-6462-76DF-6587-86D063E20D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17" y="3632486"/>
            <a:ext cx="5132438" cy="234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374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3249</TotalTime>
  <Words>617</Words>
  <Application>Microsoft Office PowerPoint</Application>
  <PresentationFormat>Widescreen</PresentationFormat>
  <Paragraphs>120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Arial Rounded MT Bold</vt:lpstr>
      <vt:lpstr>Calibri</vt:lpstr>
      <vt:lpstr>Roboto Medium</vt:lpstr>
      <vt:lpstr>Times New Roman</vt:lpstr>
      <vt:lpstr>Wingdings</vt:lpstr>
      <vt:lpstr>1_Office Theme</vt:lpstr>
      <vt:lpstr>PowerPoint Presentation</vt:lpstr>
      <vt:lpstr>Team members &amp; roles</vt:lpstr>
      <vt:lpstr> Modified Problem Statement</vt:lpstr>
      <vt:lpstr> User/ Customer Understanding</vt:lpstr>
      <vt:lpstr>Ideal Customer Profile (ICP)</vt:lpstr>
      <vt:lpstr>Customer Persona (CP)</vt:lpstr>
      <vt:lpstr>PowerPoint Presentation</vt:lpstr>
      <vt:lpstr>PowerPoint Presentation</vt:lpstr>
      <vt:lpstr> Use Cases &amp; High level Requirements</vt:lpstr>
      <vt:lpstr>  </vt:lpstr>
      <vt:lpstr>Prototype Demo</vt:lpstr>
      <vt:lpstr>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Ranganatham Sudhakar</cp:lastModifiedBy>
  <cp:revision>22</cp:revision>
  <dcterms:created xsi:type="dcterms:W3CDTF">2025-09-17T04:00:39Z</dcterms:created>
  <dcterms:modified xsi:type="dcterms:W3CDTF">2026-04-25T04:40:11Z</dcterms:modified>
</cp:coreProperties>
</file>